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가</c:v>
                </c:pt>
                <c:pt idx="1">
                  <c:v>나</c:v>
                </c:pt>
                <c:pt idx="2">
                  <c:v>다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메모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python-pptx 제목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부제목 텍스트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글머리 기호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첫째 항목</a:t>
            </a:r>
          </a:p>
          <a:p>
            <a:pPr lvl="1"/>
            <a:r>
              <a:t>둘째 수준</a:t>
            </a:r>
          </a:p>
          <a:p>
            <a:pPr/>
            <a:r>
              <a:t>셋째 항목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도형 · 표 · 차트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기본 스타일 도형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743200"/>
            <a:ext cx="1371600" cy="1371600"/>
          </a:xfrm>
          <a:prstGeom prst="ellipse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17520" y="1371600"/>
          <a:ext cx="2743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r>
                        <a:t>헤더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0" y="1371600"/>
          <a:ext cx="292608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3200400" y="2926080"/>
            <a:ext cx="2103120" cy="914400"/>
            <a:chOff x="3200400" y="2926080"/>
            <a:chExt cx="2103120" cy="914400"/>
          </a:xfrm>
        </p:grpSpPr>
        <p:sp>
          <p:nvSpPr>
            <p:cNvPr id="8" name="5-Point Star 7"/>
            <p:cNvSpPr/>
            <p:nvPr/>
          </p:nvSpPr>
          <p:spPr>
            <a:xfrm>
              <a:off x="3200400" y="2926080"/>
              <a:ext cx="914400" cy="914400"/>
            </a:xfrm>
            <a:prstGeom prst="star5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ight Arrow 8"/>
            <p:cNvSpPr/>
            <p:nvPr/>
          </p:nvSpPr>
          <p:spPr>
            <a:xfrm>
              <a:off x="4206240" y="3108960"/>
              <a:ext cx="1097280" cy="54864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