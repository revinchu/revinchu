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embeddedFontLst>
    <p:embeddedFont>
      <p:font typeface="WP Embedded Serif" pitchFamily="18" charset="0"/>
      <p:regular r:id="rIdF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F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WP Embedded Serif"/>
              </a:rPr>
              <a:t>Embedded Font Test 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