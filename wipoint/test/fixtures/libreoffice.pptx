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4" r:id="rId5"/>
    <p:sldMasterId id="2147483655" r:id="rId6"/>
    <p:sldMasterId id="2147483656" r:id="rId7"/>
    <p:sldMasterId id="2147483657" r:id="rId8"/>
    <p:sldMasterId id="2147483659" r:id="rId9"/>
    <p:sldMasterId id="2147483660" r:id="rId10"/>
  </p:sldMasterIdLst>
  <p:notesMasterIdLst>
    <p:notesMasterId r:id="rId11"/>
  </p:notesMasterIdLst>
  <p:sldIdLst>
    <p:sldId id="256" r:id="rId12"/>
    <p:sldId id="257" r:id="rId13"/>
    <p:sldId id="258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862" spc="-1" strike="noStrike">
                <a:solidFill>
                  <a:srgbClr val="557a9d"/>
                </a:solidFill>
                <a:latin typeface="맑은 고딕"/>
                <a:ea typeface="맑은 고딕"/>
              </a:defRPr>
            </a:pPr>
            <a:r>
              <a:rPr b="0" sz="1862" spc="-1" strike="noStrike">
                <a:solidFill>
                  <a:srgbClr val="557a9d"/>
                </a:solidFill>
                <a:latin typeface="맑은 고딕"/>
                <a:ea typeface="맑은 고딕"/>
              </a:rPr>
              <a:t>차트 제목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18a999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rgbClr val="f2b13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rgbClr val="2f80e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219"/>
        <c:overlap val="-27"/>
        <c:axId val="6072299"/>
        <c:axId val="55136834"/>
      </c:barChart>
      <c:catAx>
        <c:axId val="607229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600">
            <a:solidFill>
              <a:srgbClr val="8d8f92"/>
            </a:solidFill>
            <a:round/>
          </a:ln>
        </c:spPr>
        <c:txPr>
          <a:bodyPr/>
          <a:lstStyle/>
          <a:p>
            <a:pPr>
              <a:defRPr b="0" sz="1197" spc="-1" strike="noStrike">
                <a:solidFill>
                  <a:srgbClr val="557a9d"/>
                </a:solidFill>
                <a:latin typeface="맑은 고딕"/>
                <a:ea typeface="맑은 고딕"/>
              </a:defRPr>
            </a:pPr>
          </a:p>
        </c:txPr>
        <c:crossAx val="55136834"/>
        <c:crosses val="autoZero"/>
        <c:auto val="1"/>
        <c:lblAlgn val="ctr"/>
        <c:lblOffset val="100"/>
        <c:noMultiLvlLbl val="0"/>
      </c:catAx>
      <c:valAx>
        <c:axId val="55136834"/>
        <c:scaling>
          <c:orientation val="minMax"/>
        </c:scaling>
        <c:delete val="0"/>
        <c:axPos val="l"/>
        <c:majorGridlines>
          <c:spPr>
            <a:ln w="9360">
              <a:solidFill>
                <a:srgbClr val="d7e0e9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b="0" sz="1197" spc="-1" strike="noStrike">
                <a:solidFill>
                  <a:srgbClr val="557a9d"/>
                </a:solidFill>
                <a:latin typeface="맑은 고딕"/>
                <a:ea typeface="맑은 고딕"/>
              </a:defRPr>
            </a:pPr>
          </a:p>
        </c:txPr>
        <c:crossAx val="607229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97" spc="-1" strike="noStrike">
              <a:solidFill>
                <a:srgbClr val="557a9d"/>
              </a:solidFill>
              <a:latin typeface="맑은 고딕"/>
              <a:ea typeface="맑은 고딕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2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2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83AAB3B-99A8-4331-BA34-0B30C7121F9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Arial"/>
              </a:rPr>
              <a:t>발표자 메모입니다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Arial"/>
              </a:rPr>
              <a:t>둘째 줄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EBCFFE-D528-4D8E-9B64-D7086D392A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E848F4-68A4-47E5-B4C4-CFCC483C78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499749-5448-4675-813F-45C0AFD8BA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D894BAD-893B-4086-93A6-EB01E2C80C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2"/>
          <p:cNvSpPr/>
          <p:nvPr/>
        </p:nvSpPr>
        <p:spPr>
          <a:xfrm>
            <a:off x="0" y="6591240"/>
            <a:ext cx="12191760" cy="2664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3"/>
          <p:cNvSpPr/>
          <p:nvPr/>
        </p:nvSpPr>
        <p:spPr>
          <a:xfrm>
            <a:off x="0" y="6534000"/>
            <a:ext cx="12191760" cy="568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4132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23360" y="6343560"/>
            <a:ext cx="41450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0760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"/>
          <p:cNvSpPr/>
          <p:nvPr/>
        </p:nvSpPr>
        <p:spPr>
          <a:xfrm>
            <a:off x="380880" y="590400"/>
            <a:ext cx="95040" cy="875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1828800"/>
            <a:ext cx="1051524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84132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4023360" y="6343560"/>
            <a:ext cx="41450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860760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/>
          <p:cNvSpPr/>
          <p:nvPr/>
        </p:nvSpPr>
        <p:spPr>
          <a:xfrm>
            <a:off x="0" y="6591240"/>
            <a:ext cx="12191760" cy="2664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0" y="6534000"/>
            <a:ext cx="12191760" cy="568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28720" y="1714680"/>
            <a:ext cx="10515240" cy="28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28720" y="4591080"/>
            <a:ext cx="10515240" cy="150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058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7"/>
          </p:nvPr>
        </p:nvSpPr>
        <p:spPr>
          <a:xfrm>
            <a:off x="84132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8"/>
          </p:nvPr>
        </p:nvSpPr>
        <p:spPr>
          <a:xfrm>
            <a:off x="4023360" y="6343560"/>
            <a:ext cx="41450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9"/>
          </p:nvPr>
        </p:nvSpPr>
        <p:spPr>
          <a:xfrm>
            <a:off x="860760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"/>
          <p:cNvSpPr/>
          <p:nvPr/>
        </p:nvSpPr>
        <p:spPr>
          <a:xfrm>
            <a:off x="380880" y="590400"/>
            <a:ext cx="95040" cy="875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8800"/>
            <a:ext cx="518112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8800"/>
            <a:ext cx="5181120" cy="434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0"/>
          </p:nvPr>
        </p:nvSpPr>
        <p:spPr>
          <a:xfrm>
            <a:off x="84132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1"/>
          </p:nvPr>
        </p:nvSpPr>
        <p:spPr>
          <a:xfrm>
            <a:off x="4023360" y="6343560"/>
            <a:ext cx="41450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2"/>
          </p:nvPr>
        </p:nvSpPr>
        <p:spPr>
          <a:xfrm>
            <a:off x="860760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2"/>
          <p:cNvSpPr/>
          <p:nvPr/>
        </p:nvSpPr>
        <p:spPr>
          <a:xfrm>
            <a:off x="380880" y="590400"/>
            <a:ext cx="95040" cy="875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676520"/>
            <a:ext cx="5152680" cy="84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78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838080" y="2523960"/>
            <a:ext cx="5152680" cy="364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172200" y="1676520"/>
            <a:ext cx="5181120" cy="84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78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172200" y="2523960"/>
            <a:ext cx="5181120" cy="364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dt" idx="13"/>
          </p:nvPr>
        </p:nvSpPr>
        <p:spPr>
          <a:xfrm>
            <a:off x="84132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ftr" idx="14"/>
          </p:nvPr>
        </p:nvSpPr>
        <p:spPr>
          <a:xfrm>
            <a:off x="4023360" y="6343560"/>
            <a:ext cx="41450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8"/>
          <p:cNvSpPr>
            <a:spLocks noGrp="1"/>
          </p:cNvSpPr>
          <p:nvPr>
            <p:ph type="sldNum" idx="15"/>
          </p:nvPr>
        </p:nvSpPr>
        <p:spPr>
          <a:xfrm>
            <a:off x="860760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"/>
          <p:cNvSpPr/>
          <p:nvPr/>
        </p:nvSpPr>
        <p:spPr>
          <a:xfrm>
            <a:off x="380880" y="590400"/>
            <a:ext cx="95040" cy="875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dt" idx="16"/>
          </p:nvPr>
        </p:nvSpPr>
        <p:spPr>
          <a:xfrm>
            <a:off x="84132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17"/>
          </p:nvPr>
        </p:nvSpPr>
        <p:spPr>
          <a:xfrm>
            <a:off x="4023360" y="6343560"/>
            <a:ext cx="41450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18"/>
          </p:nvPr>
        </p:nvSpPr>
        <p:spPr>
          <a:xfrm>
            <a:off x="860760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2"/>
          <p:cNvSpPr/>
          <p:nvPr/>
        </p:nvSpPr>
        <p:spPr>
          <a:xfrm>
            <a:off x="380880" y="590400"/>
            <a:ext cx="95040" cy="875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dt" idx="19"/>
          </p:nvPr>
        </p:nvSpPr>
        <p:spPr>
          <a:xfrm>
            <a:off x="84132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0"/>
          </p:nvPr>
        </p:nvSpPr>
        <p:spPr>
          <a:xfrm>
            <a:off x="4023360" y="6343560"/>
            <a:ext cx="41450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21"/>
          </p:nvPr>
        </p:nvSpPr>
        <p:spPr>
          <a:xfrm>
            <a:off x="860760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2"/>
          <p:cNvSpPr/>
          <p:nvPr/>
        </p:nvSpPr>
        <p:spPr>
          <a:xfrm>
            <a:off x="380880" y="590400"/>
            <a:ext cx="95040" cy="875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457200"/>
            <a:ext cx="393336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1480" y="990720"/>
            <a:ext cx="6171840" cy="491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8080" y="2057400"/>
            <a:ext cx="3933360" cy="384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550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2"/>
          </p:nvPr>
        </p:nvSpPr>
        <p:spPr>
          <a:xfrm>
            <a:off x="84132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3"/>
          </p:nvPr>
        </p:nvSpPr>
        <p:spPr>
          <a:xfrm>
            <a:off x="4023360" y="6343560"/>
            <a:ext cx="41450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24"/>
          </p:nvPr>
        </p:nvSpPr>
        <p:spPr>
          <a:xfrm>
            <a:off x="860760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2"/>
          <p:cNvSpPr/>
          <p:nvPr/>
        </p:nvSpPr>
        <p:spPr>
          <a:xfrm>
            <a:off x="380880" y="590400"/>
            <a:ext cx="95040" cy="875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457200"/>
            <a:ext cx="393336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181480" y="990720"/>
            <a:ext cx="6171840" cy="491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838080" y="2057400"/>
            <a:ext cx="3933360" cy="384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550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25"/>
          </p:nvPr>
        </p:nvSpPr>
        <p:spPr>
          <a:xfrm>
            <a:off x="84132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26"/>
          </p:nvPr>
        </p:nvSpPr>
        <p:spPr>
          <a:xfrm>
            <a:off x="4023360" y="6343560"/>
            <a:ext cx="41450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27"/>
          </p:nvPr>
        </p:nvSpPr>
        <p:spPr>
          <a:xfrm>
            <a:off x="860760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ko-KR" sz="5400" spc="-1" strike="noStrike">
                <a:solidFill>
                  <a:schemeClr val="dk1"/>
                </a:solidFill>
                <a:latin typeface="맑은 고딕"/>
                <a:ea typeface="맑은 고딕"/>
              </a:rPr>
              <a:t>위포인트 발표 자료</a:t>
            </a:r>
            <a:endParaRPr b="0" lang="en-US" sz="5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1523880" y="3600360"/>
            <a:ext cx="9143640" cy="165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2026</a:t>
            </a:r>
            <a:r>
              <a:rPr b="0" lang="ko-KR" sz="24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년 </a:t>
            </a:r>
            <a:r>
              <a:rPr b="0" lang="en-US" sz="24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10</a:t>
            </a:r>
            <a:r>
              <a:rPr b="0" lang="ko-KR" sz="24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월 </a:t>
            </a:r>
            <a:r>
              <a:rPr b="0" lang="en-US" sz="24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· </a:t>
            </a:r>
            <a:r>
              <a:rPr b="0" lang="ko-KR" sz="24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  <a:ea typeface="맑은 고딕"/>
              </a:rPr>
              <a:t>마케팅팀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ko-KR" sz="4000" spc="-1" strike="noStrike">
                <a:solidFill>
                  <a:schemeClr val="dk1"/>
                </a:solidFill>
                <a:latin typeface="맑은 고딕"/>
                <a:ea typeface="맑은 고딕"/>
              </a:rPr>
              <a:t>핵심 성과</a:t>
            </a:r>
            <a:endParaRPr b="0" lang="en-US" sz="4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8800"/>
            <a:ext cx="10515240" cy="434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2313f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  <a:ea typeface="맑은 고딕"/>
              </a:rPr>
              <a:t>노출 </a:t>
            </a:r>
            <a:r>
              <a:rPr b="0" lang="en-US" sz="2800" spc="-1" strike="noStrike">
                <a:solidFill>
                  <a:schemeClr val="dk1"/>
                </a:solidFill>
                <a:latin typeface="맑은 고딕"/>
                <a:ea typeface="맑은 고딕"/>
              </a:rPr>
              <a:t>120</a:t>
            </a:r>
            <a:r>
              <a:rPr b="0" lang="ko-KR" sz="2800" spc="-1" strike="noStrike">
                <a:solidFill>
                  <a:schemeClr val="dk1"/>
                </a:solidFill>
                <a:latin typeface="맑은 고딕"/>
                <a:ea typeface="맑은 고딕"/>
              </a:rPr>
              <a:t>만 회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22313f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  <a:ea typeface="맑은 고딕"/>
              </a:rPr>
              <a:t>클릭률 </a:t>
            </a:r>
            <a:r>
              <a:rPr b="0" lang="en-US" sz="2400" spc="-1" strike="noStrike">
                <a:solidFill>
                  <a:schemeClr val="dk1"/>
                </a:solidFill>
                <a:latin typeface="맑은 고딕"/>
                <a:ea typeface="맑은 고딕"/>
              </a:rPr>
              <a:t>3.2%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2313f"/>
              </a:buClr>
              <a:buFont typeface="OpenSymbol"/>
              <a:buAutoNum type="arabicPeriod"/>
            </a:pPr>
            <a:r>
              <a:rPr b="0" lang="en-US" sz="2800" spc="-1" strike="noStrike">
                <a:solidFill>
                  <a:schemeClr val="dk1"/>
                </a:solidFill>
                <a:latin typeface="맑은 고딕"/>
                <a:ea typeface="맑은 고딕"/>
              </a:rPr>
              <a:t>ROAS 420%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8572680" y="4286160"/>
            <a:ext cx="2476080" cy="1142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600">
            <a:solidFill>
              <a:schemeClr val="accent1">
                <a:shade val="7500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800" spc="-1" strike="noStrike">
                <a:solidFill>
                  <a:schemeClr val="lt1"/>
                </a:solidFill>
                <a:latin typeface="맑은 고딕"/>
                <a:ea typeface="맑은 고딕"/>
              </a:rPr>
              <a:t>강조 도형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31"/>
          </p:nvPr>
        </p:nvSpPr>
        <p:spPr>
          <a:xfrm>
            <a:off x="860760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869040-08EE-4368-88D1-1B8040198697}" type="slidenum">
              <a:rPr b="0" lang="en-US" sz="12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transition spd="med">
    <p:push dir="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Table 2"/>
          <p:cNvGraphicFramePr/>
          <p:nvPr/>
        </p:nvGraphicFramePr>
        <p:xfrm>
          <a:off x="952560" y="952560"/>
          <a:ext cx="5713920" cy="1371240"/>
        </p:xfrm>
        <a:graphic>
          <a:graphicData uri="http://schemas.openxmlformats.org/drawingml/2006/table">
            <a:tbl>
              <a:tblPr/>
              <a:tblGrid>
                <a:gridCol w="1904760"/>
                <a:gridCol w="1904760"/>
                <a:gridCol w="1904760"/>
              </a:tblGrid>
              <a:tr h="457200">
                <a:tc>
                  <a:txBody>
                    <a:bodyPr lIns="66600" rIns="66600" tIns="33120" bIns="33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ko-KR" sz="1800" spc="-1" strike="noStrike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6600" marR="66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6600" rIns="66600" tIns="33120" bIns="33120" anchor="ctr">
                      <a:noAutofit/>
                    </a:bodyPr>
                    <a:p>
                      <a:endParaRPr b="0" lang="en-US" sz="1800" spc="-1" strike="noStrik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L="66600" marR="66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6600" rIns="66600" tIns="33120" bIns="33120" anchor="ctr">
                      <a:noAutofit/>
                    </a:bodyPr>
                    <a:p>
                      <a:endParaRPr b="0" lang="en-US" sz="1800" spc="-1" strike="noStrike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L="66600" marR="66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 lIns="66600" rIns="66600" tIns="33120" bIns="33120" anchor="ctr">
                      <a:noAutofit/>
                    </a:bodyPr>
                    <a:p>
                      <a:endParaRPr b="0" lang="en-US" sz="1800" spc="-1" strike="noStrike">
                        <a:solidFill>
                          <a:schemeClr val="dk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L="66600" marR="66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6600" rIns="66600" tIns="33120" bIns="33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</a:rPr>
                        <a:t>123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6600" marR="66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6600" rIns="66600" tIns="33120" bIns="33120" anchor="ctr">
                      <a:noAutofit/>
                    </a:bodyPr>
                    <a:p>
                      <a:endParaRPr b="0" lang="en-US" sz="1800" spc="-1" strike="noStrike">
                        <a:solidFill>
                          <a:schemeClr val="dk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L="66600" marR="66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 lIns="66600" rIns="66600" tIns="33120" bIns="33120" anchor="ctr">
                      <a:noAutofit/>
                    </a:bodyPr>
                    <a:p>
                      <a:endParaRPr b="0" lang="en-US" sz="1800" spc="-1" strike="noStrike">
                        <a:solidFill>
                          <a:schemeClr val="dk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L="66600" marR="66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lIns="66600" rIns="66600" tIns="33120" bIns="33120" anchor="ctr">
                      <a:noAutofit/>
                    </a:bodyPr>
                    <a:p>
                      <a:endParaRPr b="0" lang="en-US" sz="1800" spc="-1" strike="noStrike">
                        <a:solidFill>
                          <a:schemeClr val="dk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L="66600" marR="66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lIns="66600" rIns="66600" tIns="33120" bIns="33120" anchor="ctr">
                      <a:noAutofit/>
                    </a:bodyPr>
                    <a:p>
                      <a:endParaRPr b="0" lang="en-US" sz="1800" spc="-1" strike="noStrike">
                        <a:solidFill>
                          <a:schemeClr val="dk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L="66600" marR="666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Chart 3"/>
          <p:cNvGraphicFramePr/>
          <p:nvPr/>
        </p:nvGraphicFramePr>
        <p:xfrm>
          <a:off x="6858000" y="952560"/>
          <a:ext cx="4571640" cy="3428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81" name="Picture 4" descr=""/>
          <p:cNvPicPr/>
          <p:nvPr/>
        </p:nvPicPr>
        <p:blipFill>
          <a:blip r:embed="rId2"/>
          <a:stretch/>
        </p:blipFill>
        <p:spPr>
          <a:xfrm>
            <a:off x="952560" y="3809880"/>
            <a:ext cx="1904760" cy="1904760"/>
          </a:xfrm>
          <a:prstGeom prst="rect">
            <a:avLst/>
          </a:prstGeom>
          <a:ln w="0">
            <a:noFill/>
          </a:ln>
        </p:spPr>
      </p:pic>
      <p:grpSp>
        <p:nvGrpSpPr>
          <p:cNvPr id="82" name="Group 5"/>
          <p:cNvGrpSpPr/>
          <p:nvPr/>
        </p:nvGrpSpPr>
        <p:grpSpPr>
          <a:xfrm>
            <a:off x="3809880" y="3809880"/>
            <a:ext cx="2095200" cy="952200"/>
            <a:chOff x="3809880" y="3809880"/>
            <a:chExt cx="2095200" cy="952200"/>
          </a:xfrm>
        </p:grpSpPr>
        <p:sp>
          <p:nvSpPr>
            <p:cNvPr id="83" name="Shape 6"/>
            <p:cNvSpPr/>
            <p:nvPr/>
          </p:nvSpPr>
          <p:spPr>
            <a:xfrm>
              <a:off x="3809880" y="3809880"/>
              <a:ext cx="952200" cy="95220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>
                  <a:shade val="75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4" name="Shape 7"/>
            <p:cNvSpPr/>
            <p:nvPr/>
          </p:nvSpPr>
          <p:spPr>
            <a:xfrm>
              <a:off x="4952880" y="3809880"/>
              <a:ext cx="952200" cy="9522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accent1"/>
            </a:solidFill>
            <a:ln w="12600">
              <a:solidFill>
                <a:schemeClr val="accent1">
                  <a:shade val="75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85" name="PlaceHolder 1"/>
          <p:cNvSpPr>
            <a:spLocks noGrp="1"/>
          </p:cNvSpPr>
          <p:nvPr>
            <p:ph type="sldNum" idx="32"/>
          </p:nvPr>
        </p:nvSpPr>
        <p:spPr>
          <a:xfrm>
            <a:off x="8607600" y="6343560"/>
            <a:ext cx="2742840" cy="30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7F07C5-116A-4DFB-B703-569BCD897B88}" type="slidenum">
              <a:rPr b="0" lang="en-US" sz="12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민트 프레시">
  <a:themeElements>
    <a:clrScheme name="민트 프레시">
      <a:dk1>
        <a:srgbClr val="22313f"/>
      </a:dk1>
      <a:lt1>
        <a:srgbClr val="ffffff"/>
      </a:lt1>
      <a:dk2>
        <a:srgbClr val="0b5d5e"/>
      </a:dk2>
      <a:lt2>
        <a:srgbClr val="e9f7f4"/>
      </a:lt2>
      <a:accent1>
        <a:srgbClr val="18a999"/>
      </a:accent1>
      <a:accent2>
        <a:srgbClr val="f2b134"/>
      </a:accent2>
      <a:accent3>
        <a:srgbClr val="2f80ed"/>
      </a:accent3>
      <a:accent4>
        <a:srgbClr val="eb5757"/>
      </a:accent4>
      <a:accent5>
        <a:srgbClr val="6fcf97"/>
      </a:accent5>
      <a:accent6>
        <a:srgbClr val="9b51e0"/>
      </a:accent6>
      <a:hlink>
        <a:srgbClr val="18a999"/>
      </a:hlink>
      <a:folHlink>
        <a:srgbClr val="9b51e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민트 프레시">
  <a:themeElements>
    <a:clrScheme name="민트 프레시">
      <a:dk1>
        <a:srgbClr val="22313f"/>
      </a:dk1>
      <a:lt1>
        <a:srgbClr val="ffffff"/>
      </a:lt1>
      <a:dk2>
        <a:srgbClr val="0b5d5e"/>
      </a:dk2>
      <a:lt2>
        <a:srgbClr val="e9f7f4"/>
      </a:lt2>
      <a:accent1>
        <a:srgbClr val="18a999"/>
      </a:accent1>
      <a:accent2>
        <a:srgbClr val="f2b134"/>
      </a:accent2>
      <a:accent3>
        <a:srgbClr val="2f80ed"/>
      </a:accent3>
      <a:accent4>
        <a:srgbClr val="eb5757"/>
      </a:accent4>
      <a:accent5>
        <a:srgbClr val="6fcf97"/>
      </a:accent5>
      <a:accent6>
        <a:srgbClr val="9b51e0"/>
      </a:accent6>
      <a:hlink>
        <a:srgbClr val="18a999"/>
      </a:hlink>
      <a:folHlink>
        <a:srgbClr val="9b51e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민트 프레시">
  <a:themeElements>
    <a:clrScheme name="민트 프레시">
      <a:dk1>
        <a:srgbClr val="22313f"/>
      </a:dk1>
      <a:lt1>
        <a:srgbClr val="ffffff"/>
      </a:lt1>
      <a:dk2>
        <a:srgbClr val="0b5d5e"/>
      </a:dk2>
      <a:lt2>
        <a:srgbClr val="e9f7f4"/>
      </a:lt2>
      <a:accent1>
        <a:srgbClr val="18a999"/>
      </a:accent1>
      <a:accent2>
        <a:srgbClr val="f2b134"/>
      </a:accent2>
      <a:accent3>
        <a:srgbClr val="2f80ed"/>
      </a:accent3>
      <a:accent4>
        <a:srgbClr val="eb5757"/>
      </a:accent4>
      <a:accent5>
        <a:srgbClr val="6fcf97"/>
      </a:accent5>
      <a:accent6>
        <a:srgbClr val="9b51e0"/>
      </a:accent6>
      <a:hlink>
        <a:srgbClr val="18a999"/>
      </a:hlink>
      <a:folHlink>
        <a:srgbClr val="9b51e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민트 프레시">
  <a:themeElements>
    <a:clrScheme name="민트 프레시">
      <a:dk1>
        <a:srgbClr val="22313f"/>
      </a:dk1>
      <a:lt1>
        <a:srgbClr val="ffffff"/>
      </a:lt1>
      <a:dk2>
        <a:srgbClr val="0b5d5e"/>
      </a:dk2>
      <a:lt2>
        <a:srgbClr val="e9f7f4"/>
      </a:lt2>
      <a:accent1>
        <a:srgbClr val="18a999"/>
      </a:accent1>
      <a:accent2>
        <a:srgbClr val="f2b134"/>
      </a:accent2>
      <a:accent3>
        <a:srgbClr val="2f80ed"/>
      </a:accent3>
      <a:accent4>
        <a:srgbClr val="eb5757"/>
      </a:accent4>
      <a:accent5>
        <a:srgbClr val="6fcf97"/>
      </a:accent5>
      <a:accent6>
        <a:srgbClr val="9b51e0"/>
      </a:accent6>
      <a:hlink>
        <a:srgbClr val="18a999"/>
      </a:hlink>
      <a:folHlink>
        <a:srgbClr val="9b51e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민트 프레시">
  <a:themeElements>
    <a:clrScheme name="민트 프레시">
      <a:dk1>
        <a:srgbClr val="22313f"/>
      </a:dk1>
      <a:lt1>
        <a:srgbClr val="ffffff"/>
      </a:lt1>
      <a:dk2>
        <a:srgbClr val="0b5d5e"/>
      </a:dk2>
      <a:lt2>
        <a:srgbClr val="e9f7f4"/>
      </a:lt2>
      <a:accent1>
        <a:srgbClr val="18a999"/>
      </a:accent1>
      <a:accent2>
        <a:srgbClr val="f2b134"/>
      </a:accent2>
      <a:accent3>
        <a:srgbClr val="2f80ed"/>
      </a:accent3>
      <a:accent4>
        <a:srgbClr val="eb5757"/>
      </a:accent4>
      <a:accent5>
        <a:srgbClr val="6fcf97"/>
      </a:accent5>
      <a:accent6>
        <a:srgbClr val="9b51e0"/>
      </a:accent6>
      <a:hlink>
        <a:srgbClr val="18a999"/>
      </a:hlink>
      <a:folHlink>
        <a:srgbClr val="9b51e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민트 프레시">
  <a:themeElements>
    <a:clrScheme name="민트 프레시">
      <a:dk1>
        <a:srgbClr val="22313f"/>
      </a:dk1>
      <a:lt1>
        <a:srgbClr val="ffffff"/>
      </a:lt1>
      <a:dk2>
        <a:srgbClr val="0b5d5e"/>
      </a:dk2>
      <a:lt2>
        <a:srgbClr val="e9f7f4"/>
      </a:lt2>
      <a:accent1>
        <a:srgbClr val="18a999"/>
      </a:accent1>
      <a:accent2>
        <a:srgbClr val="f2b134"/>
      </a:accent2>
      <a:accent3>
        <a:srgbClr val="2f80ed"/>
      </a:accent3>
      <a:accent4>
        <a:srgbClr val="eb5757"/>
      </a:accent4>
      <a:accent5>
        <a:srgbClr val="6fcf97"/>
      </a:accent5>
      <a:accent6>
        <a:srgbClr val="9b51e0"/>
      </a:accent6>
      <a:hlink>
        <a:srgbClr val="18a999"/>
      </a:hlink>
      <a:folHlink>
        <a:srgbClr val="9b51e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민트 프레시">
  <a:themeElements>
    <a:clrScheme name="민트 프레시">
      <a:dk1>
        <a:srgbClr val="22313f"/>
      </a:dk1>
      <a:lt1>
        <a:srgbClr val="ffffff"/>
      </a:lt1>
      <a:dk2>
        <a:srgbClr val="0b5d5e"/>
      </a:dk2>
      <a:lt2>
        <a:srgbClr val="e9f7f4"/>
      </a:lt2>
      <a:accent1>
        <a:srgbClr val="18a999"/>
      </a:accent1>
      <a:accent2>
        <a:srgbClr val="f2b134"/>
      </a:accent2>
      <a:accent3>
        <a:srgbClr val="2f80ed"/>
      </a:accent3>
      <a:accent4>
        <a:srgbClr val="eb5757"/>
      </a:accent4>
      <a:accent5>
        <a:srgbClr val="6fcf97"/>
      </a:accent5>
      <a:accent6>
        <a:srgbClr val="9b51e0"/>
      </a:accent6>
      <a:hlink>
        <a:srgbClr val="18a999"/>
      </a:hlink>
      <a:folHlink>
        <a:srgbClr val="9b51e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민트 프레시">
  <a:themeElements>
    <a:clrScheme name="민트 프레시">
      <a:dk1>
        <a:srgbClr val="22313f"/>
      </a:dk1>
      <a:lt1>
        <a:srgbClr val="ffffff"/>
      </a:lt1>
      <a:dk2>
        <a:srgbClr val="0b5d5e"/>
      </a:dk2>
      <a:lt2>
        <a:srgbClr val="e9f7f4"/>
      </a:lt2>
      <a:accent1>
        <a:srgbClr val="18a999"/>
      </a:accent1>
      <a:accent2>
        <a:srgbClr val="f2b134"/>
      </a:accent2>
      <a:accent3>
        <a:srgbClr val="2f80ed"/>
      </a:accent3>
      <a:accent4>
        <a:srgbClr val="eb5757"/>
      </a:accent4>
      <a:accent5>
        <a:srgbClr val="6fcf97"/>
      </a:accent5>
      <a:accent6>
        <a:srgbClr val="9b51e0"/>
      </a:accent6>
      <a:hlink>
        <a:srgbClr val="18a999"/>
      </a:hlink>
      <a:folHlink>
        <a:srgbClr val="9b51e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민트 프레시">
  <a:themeElements>
    <a:clrScheme name="민트 프레시">
      <a:dk1>
        <a:srgbClr val="22313f"/>
      </a:dk1>
      <a:lt1>
        <a:srgbClr val="ffffff"/>
      </a:lt1>
      <a:dk2>
        <a:srgbClr val="0b5d5e"/>
      </a:dk2>
      <a:lt2>
        <a:srgbClr val="e9f7f4"/>
      </a:lt2>
      <a:accent1>
        <a:srgbClr val="18a999"/>
      </a:accent1>
      <a:accent2>
        <a:srgbClr val="f2b134"/>
      </a:accent2>
      <a:accent3>
        <a:srgbClr val="2f80ed"/>
      </a:accent3>
      <a:accent4>
        <a:srgbClr val="eb5757"/>
      </a:accent4>
      <a:accent5>
        <a:srgbClr val="6fcf97"/>
      </a:accent5>
      <a:accent6>
        <a:srgbClr val="9b51e0"/>
      </a:accent6>
      <a:hlink>
        <a:srgbClr val="18a999"/>
      </a:hlink>
      <a:folHlink>
        <a:srgbClr val="9b51e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2026-10-09T14:08:06Z</dcterms:created>
  <dc:creator/>
  <dc:description/>
  <dc:language>en-US</dc:language>
  <cp:lastModifiedBy/>
  <dcterms:modified xsi:type="dcterms:W3CDTF">2026-10-09T14:08:06Z</dcterms:modified>
  <cp:revision>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와이드스크린</vt:lpwstr>
  </property>
  <property fmtid="{D5CDD505-2E9C-101B-9397-08002B2CF9AE}" pid="4" name="Slides">
    <vt:r8>3</vt:r8>
  </property>
</Properties>
</file>